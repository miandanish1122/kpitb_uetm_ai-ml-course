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f8136f3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f8136f3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f8136f32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f8136f32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f8136f32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f8136f32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f8136f32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f8136f32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f8136f3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f8136f3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8136f32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f8136f32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(3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(3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reenshot (3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creenshot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Screenshot (4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Screenshot (4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850" y="-53350"/>
            <a:ext cx="9333699" cy="52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1555625" y="682950"/>
            <a:ext cx="546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Important Links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1906575" y="2077325"/>
            <a:ext cx="546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Notebook: Click Here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